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572000" cy="45720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5303520"/>
            <a:ext cx="2377440" cy="2377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INTERNSHIP REPORT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Internship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 &amp;  House Price Prediction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2011680" cy="0"/>
          </a:xfrm>
          <a:prstGeom prst="line">
            <a:avLst/>
          </a:prstGeom>
          <a:noFill/>
          <a:ln w="3810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31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Devashish Srivastava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•  [Internship Duration]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organization and the internship engagement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2011680"/>
            <a:ext cx="502920" cy="50292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SkillInfyTech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5720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is an ed-tech and IT services company under the tagline “Intern. Learn. Certify. Grow.” It runs structured, project-based internship programs across domains such as Machine Learning, giving interns real, hands-on problem statements instead of purely theoretical training.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691640"/>
            <a:ext cx="5422392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965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Details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260604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48716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20840" y="271576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92240" y="3136392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3017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720840" y="32461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92240" y="3666744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5478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37764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197096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407822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720840" y="43068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[Internship Duration]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0" y="4727448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460857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20840" y="48371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Project-based, remote / CLI-driven tasks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5257800"/>
            <a:ext cx="91440" cy="9144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6720840" y="5138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COMPLETED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720840" y="53675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System, House Price Prediction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Role &amp; Responsibilities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owned end-to-end across both ML projects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99008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prepared user-rating, movie-metadata and housing datasets; handled missing values and encoding.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24528" y="169164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453128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45312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53128" y="25146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53128" y="299008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patterns and correlations using Pandas, NumPy, Matplotlib and Seaborn to guide model choices.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08976" y="1691640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037576" y="19202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03757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37576" y="2514600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037576" y="2990088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TF-IDF text features for content-based filtering and engineered features (area, location, rooms) for price prediction.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858768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873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68680" y="468172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68680" y="5157216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cosine/Pearson similarity for recommendations and trained Linear Regression / XGBoost for price prediction.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24528" y="3858768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453128" y="40873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6" name="Text 24"/>
          <p:cNvSpPr/>
          <p:nvPr/>
        </p:nvSpPr>
        <p:spPr>
          <a:xfrm>
            <a:off x="4453128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53128" y="468172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 &amp; Tuning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453128" y="5157216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outputs and regression performance, comparing approaches to improve accuracy and relevance.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808976" y="3858768"/>
            <a:ext cx="3401568" cy="1965960"/>
          </a:xfrm>
          <a:prstGeom prst="roundRect">
            <a:avLst>
              <a:gd name="adj" fmla="val 4651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037576" y="40873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8037576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37576" y="4681728"/>
            <a:ext cx="29443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Application &amp; Deployment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037576" y="5157216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command-line interfaces for both systems and saved/loaded trained models using Pickle/Joblib.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0" y="-2148840"/>
            <a:ext cx="2377440" cy="23774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65176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Movie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46177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CLI-based recommender using collaborative and content-based filtering.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548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914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CLI-based movie recommendation system using collaborative filtering or content-based filtering to suggest relevant titles to users.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2057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user rating data to suggest similar movies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search by user or by movie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version uses genres and tags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the top N recommended titles via CLI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0" y="3977640"/>
            <a:ext cx="694944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44805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a real-world recommender system and understand both user-based and item-based machine learning models — and to see how similarity-driven personalization works in practice.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1 — My Contribution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Recommendation System — tech stack and concepts applied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45720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and cleaned the movie ratings and metadata dataset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cosine similarity and Pearson correlation for user/item similarity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TF-IDF based content filter using genres and tags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the CLI flow for searching by user or by movie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and tuned the model to return the top-N recommendations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1264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Skills Learned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242316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2660904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measures (cosine, Pearson)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3355848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6355080" y="359359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6812280" y="33558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factorization / TF-IDF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4288536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55080" y="452628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6812280" y="428853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 manipulation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5221224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55080" y="5458968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9" name="Text 17"/>
          <p:cNvSpPr/>
          <p:nvPr/>
        </p:nvSpPr>
        <p:spPr>
          <a:xfrm>
            <a:off x="6812280" y="522122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NLP for content-based filtering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82712" y="0"/>
            <a:ext cx="4206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7708392" y="-1097280"/>
            <a:ext cx="3108960" cy="310896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8485632" y="2286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85632" y="26517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House Price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485632" y="41605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model to estimate real estate prices from property features.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548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91440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regression model to predict real estate prices based on features such as location, size, and number of rooms.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0574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housing dataset with features like area, location, etc.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a Linear Regression or XGBoost model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for predicting house price from input parameters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saving and loading the trained model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6949440" cy="2011680"/>
          </a:xfrm>
          <a:prstGeom prst="roundRect">
            <a:avLst>
              <a:gd name="adj" fmla="val 4545"/>
            </a:avLst>
          </a:prstGeom>
          <a:solidFill>
            <a:srgbClr val="F4F6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605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48056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explore real-world data modeling with an emphasis on regression techniques and deployment — turning a trained model into something usable via a simple CLI.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2 — My Contribution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 Prediction — tech stack and concepts applied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&amp; Skills Learned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660904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423160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55848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593592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3355848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regression models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288536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4526280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1325880" y="4288536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persistence with Pickle/Joblib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221224"/>
            <a:ext cx="5422392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5458968"/>
            <a:ext cx="292608" cy="29260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5221224"/>
            <a:ext cx="4617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with Matplotlib/Seaborn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691640"/>
            <a:ext cx="5422392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Contribution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Preprocessed and visualized the housing dataset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 from area, location and room count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and compared Linear Regression and XGBoost models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CLI for entering property details and getting a price estimate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trained model with Pickle/Joblib for reuse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SkillInfyTech IT Solutions  |  Internship Report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389120"/>
            <a:ext cx="4206240" cy="42062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&amp; Conclusion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internship built for 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766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the full ML workflow — from raw data to a working CLI application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fluency in Pandas, NumPy, Scikit-learn and core NLP/regression techniques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clearer understanding of how recommendation engines and predictive models are built and evaluated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 structuring, documenting and delivering real-world project deliverables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867912" cy="4206240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Us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260604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485632" y="25786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485632" y="2770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hr@skillinfytech.com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55280" y="3264408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85632" y="32369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485632" y="34290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@skillinfytech it solutions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3922776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795528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5632" y="38953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485632" y="408736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+91 9640388371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55280" y="4709160"/>
            <a:ext cx="33375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4892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Devashish Srivastava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2026-08-29T17:22:57Z</dcterms:created>
  <dcterms:modified xsi:type="dcterms:W3CDTF">2026-08-29T17:22:57Z</dcterms:modified>
</cp:coreProperties>
</file>