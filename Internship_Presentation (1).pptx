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303520"/>
            <a:ext cx="2377440" cy="2377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Internship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 &amp;  House Price Prediction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Devashish Srivastava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•  09 June 2026 – 07 July 2026 (4 Weeks)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 and the internship engagement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SkillInfyTech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is an ed-tech and IT services company under the tagline “Intern. Learn. Certify. Grow.” It runs structured, project-based internship programs across domains such as Machine Learning, giving interns real, hands-on problem statements instead of purely theoretical training.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422392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Details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260604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487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27157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13639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3246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3666744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547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37764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197096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0782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0840" y="43068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June 2026 – 07 July 2026 (4 Weeks)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472744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6085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4837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Project-based, remote / CLI-driven tasks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525780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5138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53675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System, House Price Prediction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&amp; Responsibilities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owned end-to-end across both ML projects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99008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prepared user-rating, movie-metadata and housing datasets; handled missing values and encoding.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24528" y="169164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19202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53128" y="25146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53128" y="299008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patterns and correlations using Pandas, NumPy, Matplotlib and Seaborn to guide model choices.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08976" y="169164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037576" y="19202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03757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37576" y="25146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37576" y="299008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TF-IDF text features for content-based filtering and engineered features (area, location, rooms) for price prediction.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58768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0873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68172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5157216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cosine/Pearson similarity for recommendations and trained Linear Regression / XGBoost for price prediction.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24528" y="3858768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3128" y="40873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53128" y="468172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Tuning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53128" y="5157216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outputs and regression performance, comparing approaches to improve accuracy and relevance.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08976" y="3858768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037576" y="40873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8037576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37576" y="468172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Application &amp; Deployment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037576" y="5157216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command-line interfaces for both systems and saved/loaded trained models using Pickle/Joblib.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-2148840"/>
            <a:ext cx="2377440" cy="23774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4617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CLI-based recommender using collaborative and content-based filtering.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548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9144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CLI-based movie recommendation system using collaborative filtering or content-based filtering to suggest relevant titles to users.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user rating data to suggest similar movies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search by user or by movie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version uses genres and tags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the top N recommended titles via CLI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3977640"/>
            <a:ext cx="694944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44805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real-world recommender system and understand both user-based and item-based machine learning models — and to see how similarity-driven personalization works in practice.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 — My Contribution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— tech stack and concepts applied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and cleaned the movie ratings and metadata dataset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cosine similarity and Pearson correlation for user/item similarity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TF-IDF based content filter using genres and tags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CLI flow for searching by user or by movie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tuned the model to return the top-N recommendations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Skills Learned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2423160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2660904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measures (cosine, Pearson)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3355848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359359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3558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/ TF-IDF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288536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452628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428853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manipulation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5221224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5458968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522122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NLP for content-based filtering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08392" y="-1097280"/>
            <a:ext cx="3108960" cy="310896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8485632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85632" y="2651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485632" y="4160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model to estimate real estate prices from property features.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regression model to predict real estate prices based on features such as location, size, and number of rooms.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housing dataset with features like area, location, etc.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Linear Regression or XGBoost model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for predicting house price from input parameters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saving and loading the trained 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694944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explore real-world data modeling with an emphasis on regression techniques and deployment — turning a trained model into something usable via a simple CLI.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 — My Contribution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— tech stack and concepts applied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Skills Learned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60904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59359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3558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regression models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452628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28853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 with Pickle/Joblib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221224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458968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522122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with Matplotlib/Seaborn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5422392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and visualized the housing dataset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from area, location and room count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compared Linear Regression and XGBoost models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CLI for entering property details and getting a price estimate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trained model with Pickle/Joblib for reuse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SkillInfyTech IT Solutions — Intern ID: SITS426657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7360" y="1463040"/>
            <a:ext cx="871423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5" name="Image 0" descr="/home/claude/ppt/certificat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600200"/>
            <a:ext cx="8439912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internship built for 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766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the full ML workflow — from raw data to a working CLI application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fluency in Pandas, NumPy, Scikit-learn and core NLP/regression techniques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 understanding of how recommendation engines and predictive models are built and evaluated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structuring, documenting and delivering real-world project deliverables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691640"/>
            <a:ext cx="3867912" cy="420624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Us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0" y="260604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85632" y="2578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85632" y="2770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hr@skillinfytech.com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326440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85632" y="32369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85632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@skillinfytech it solutions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3922776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38953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85632" y="4087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+91 9640388371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4709160"/>
            <a:ext cx="3337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4892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Devashish Srivastava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2026-08-29T17:49:42Z</dcterms:created>
  <dcterms:modified xsi:type="dcterms:W3CDTF">2026-08-29T17:49:42Z</dcterms:modified>
</cp:coreProperties>
</file>